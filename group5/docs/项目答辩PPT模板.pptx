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6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418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Python数据采集 · 期末项目汇报</a:t>
            </a:r>
          </a:p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4F0"/>
                </a:solidFill>
                <a:latin typeface="微软雅黑"/>
              </a:rPr>
              <a:t>Data Collection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3A5C"/>
                </a:solidFill>
                <a:latin typeface="微软雅黑"/>
              </a:rPr>
              <a:t>项目名称：______________________________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小组名称：______________________________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小组成员：______________________________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指导教师：______________________________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汇报日期：______年____月____日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1. 项目概述与选题背景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2. 小组分工与进度安排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3. 数据源分析与技术选型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4. 爬虫实现（数据源一）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5. 爬虫实现（数据源二）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74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6. 爬虫实现（数据源三）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7. 数据存储与清洗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8. 数据展示效果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9. 反爬处理与并发优化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03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10. 项目总结与心得体会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11. 参考文献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74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12. Q&amp;A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1. 项目概述与选题背景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项目背景与目标：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请简述项目要解决的数据采集问题及预期目标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选题背景与意义：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说明为什么选择这些数据源，数据的实际价值是什么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数据源总览：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数据源一：_____________    数据源二：_____________    数据源三：_____________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2. 小组分工与进度安排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小组成员及分工：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成员1（组长）：姓名 ________  负责 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成员2：姓名 ________  负责 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成员3：姓名 ________  负责 ________________________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成员4：姓名 ________  负责 ________________________（如有）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成员5：姓名 ________  负责 ________________________（如有）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进度安排：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第14周：确定选题、数据源分析、小组分工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第15周：完成3个爬虫开发、数据存储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第16周：数据展示开发、PPT与文档、答辩准备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3. 数据源分析与技术选型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技术选型总览：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数据源一：__________ → 页面类型：□静态 □动态 □API → 工具：____________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数据源二：__________ → 页面类型：□静态 □动态 □API → 工具：____________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数据源三：__________ → 页面类型：□静态 □动态 □API → 工具：____________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反爬处理方案：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User-Agent池 / 代理 / Cookie管理 / 验证码处理 / JS渲染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并发优化方案：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多线程 / 异步IO / 协程池（选择并说明）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4-1. 爬虫实现（数据源1）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数据源1 实现要点：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目标URL：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页面分析（结构/AJAX/API）：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使用的工具/库：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数据字段设计：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反爬处理：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遇到的问题与解决方案：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[ 在此粘贴代码截图 / 运行效果截图 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4-2. 爬虫实现（数据源2）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数据源2 实现要点：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目标URL：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页面分析（结构/AJAX/API）：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使用的工具/库：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数据字段设计：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反爬处理：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遇到的问题与解决方案：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[ 在此粘贴代码截图 / 运行效果截图 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4-3. 爬虫实现（数据源3）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数据源3 实现要点：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目标URL：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页面分析（结构/AJAX/API）：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使用的工具/库：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数据字段设计：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反爬处理：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遇到的问题与解决方案：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[ 在此粘贴代码截图 / 运行效果截图 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7. 数据存储与清洗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存储方式：□CSV  □JSON  □SQLite  □MongoDB  □其他：______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数据总量统计：数据源一 ______条   数据源二 ______条   数据源三 ______条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总计：______条（要求 ≥ 1000条）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数据清洗流程：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- 去重方法：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- 缺失值处理：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- 格式标准化：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数据样例展示（附截图）：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8. 数据展示效果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展示形式：□Web应用  □AI Agent  □数据仪表盘  □其他：______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展示平台/框架：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核心功能：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展示截图（至少2张）：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  [ 在此粘贴展示效果截图1 ]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  [ 在此粘贴展示效果截图2 ]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9. 反爬处理与并发优化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反爬处理：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使用了哪些反爬策略？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效果对比（处理前后的成功率 / 速度）：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并发优化：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使用的并发方案（多线程 / 异步IO）：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性能提升对比（优化前后耗时）：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10. 项目总结与心得体会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项目成果总结：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（简述完成了什么，数据量、展示效果等）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遇到的问题与解决方案：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（列出2-3个关键问题及解决过程）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个人心得体会（每位成员至少1条）：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成员1：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成员2：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  成员3：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微软雅黑"/>
              </a:rPr>
              <a:t>Q &amp; A</a:t>
            </a:r>
          </a:p>
          <a:p>
            <a:pPr algn="ctr">
              <a:spcAft>
                <a:spcPts val="400"/>
              </a:spcAft>
            </a:pPr>
            <a:r>
              <a:rPr sz="2600" b="0">
                <a:solidFill>
                  <a:srgbClr val="D6E4F0"/>
                </a:solidFill>
                <a:latin typeface="微软雅黑"/>
              </a:rPr>
              <a:t>感谢各位老师和同学的聆听！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D6E4F0"/>
                </a:solidFill>
                <a:latin typeface="微软雅黑"/>
              </a:rP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